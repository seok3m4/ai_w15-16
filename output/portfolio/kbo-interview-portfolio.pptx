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e7d56ae1d4c44" /><Relationship Type="http://schemas.openxmlformats.org/officeDocument/2006/relationships/extended-properties" Target="/docProps/app.xml" Id="R1dc66a0f864849f6" /><Relationship Type="http://schemas.openxmlformats.org/officeDocument/2006/relationships/officeDocument" Target="/ppt/presentation.xml" Id="Rf32393c5960646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fa46376e3d4d50"/>
  </p:sldMasterIdLst>
  <p:notesMasterIdLst>
    <p:notesMasterId xmlns:r="http://schemas.openxmlformats.org/officeDocument/2006/relationships" r:id="R78378b25f07d47b3"/>
  </p:notesMasterIdLst>
  <p:sldIdLst>
    <p:sldId xmlns:r="http://schemas.openxmlformats.org/officeDocument/2006/relationships" id="256" r:id="R84fcf26f2f4e4e80"/>
    <p:sldId xmlns:r="http://schemas.openxmlformats.org/officeDocument/2006/relationships" id="257" r:id="Rc99bfd6f5a704d68"/>
    <p:sldId xmlns:r="http://schemas.openxmlformats.org/officeDocument/2006/relationships" id="258" r:id="Rd85c214d69ca40d4"/>
    <p:sldId xmlns:r="http://schemas.openxmlformats.org/officeDocument/2006/relationships" id="259" r:id="R158ecd7c73204bac"/>
    <p:sldId xmlns:r="http://schemas.openxmlformats.org/officeDocument/2006/relationships" id="260" r:id="R080771594b6944bc"/>
    <p:sldId xmlns:r="http://schemas.openxmlformats.org/officeDocument/2006/relationships" id="261" r:id="Re15975bd34634d88"/>
    <p:sldId xmlns:r="http://schemas.openxmlformats.org/officeDocument/2006/relationships" id="262" r:id="Rbc8309ac841b447e"/>
    <p:sldId xmlns:r="http://schemas.openxmlformats.org/officeDocument/2006/relationships" id="263" r:id="R1a9c6cfa874b496d"/>
    <p:sldId xmlns:r="http://schemas.openxmlformats.org/officeDocument/2006/relationships" id="264" r:id="Rba3d01b306a44e55"/>
    <p:sldId xmlns:r="http://schemas.openxmlformats.org/officeDocument/2006/relationships" id="265" r:id="Rb92b02931b0e4f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eb0bf9ec54261" /><Relationship Type="http://schemas.openxmlformats.org/officeDocument/2006/relationships/slideMaster" Target="/ppt/slideMasters/slideMaster1.xml" Id="R42fa46376e3d4d50" /><Relationship Type="http://schemas.openxmlformats.org/officeDocument/2006/relationships/notesMaster" Target="/ppt/notesMasters/notesMaster1.xml" Id="R78378b25f07d47b3" /><Relationship Type="http://schemas.openxmlformats.org/officeDocument/2006/relationships/presProps" Target="/ppt/presProps.xml" Id="R492551952d754059" /><Relationship Type="http://schemas.openxmlformats.org/officeDocument/2006/relationships/tableStyles" Target="/ppt/tableStyles.xml" Id="Ra3419124f0ee415e" /><Relationship Type="http://schemas.openxmlformats.org/officeDocument/2006/relationships/slide" Target="/ppt/slides/slide1.xml" Id="R84fcf26f2f4e4e80" /><Relationship Type="http://schemas.openxmlformats.org/officeDocument/2006/relationships/slide" Target="/ppt/slides/slide2.xml" Id="Rc99bfd6f5a704d68" /><Relationship Type="http://schemas.openxmlformats.org/officeDocument/2006/relationships/slide" Target="/ppt/slides/slide3.xml" Id="Rd85c214d69ca40d4" /><Relationship Type="http://schemas.openxmlformats.org/officeDocument/2006/relationships/slide" Target="/ppt/slides/slide4.xml" Id="R158ecd7c73204bac" /><Relationship Type="http://schemas.openxmlformats.org/officeDocument/2006/relationships/slide" Target="/ppt/slides/slide5.xml" Id="R080771594b6944bc" /><Relationship Type="http://schemas.openxmlformats.org/officeDocument/2006/relationships/slide" Target="/ppt/slides/slide6.xml" Id="Re15975bd34634d88" /><Relationship Type="http://schemas.openxmlformats.org/officeDocument/2006/relationships/slide" Target="/ppt/slides/slide7.xml" Id="Rbc8309ac841b447e" /><Relationship Type="http://schemas.openxmlformats.org/officeDocument/2006/relationships/slide" Target="/ppt/slides/slide8.xml" Id="R1a9c6cfa874b496d" /><Relationship Type="http://schemas.openxmlformats.org/officeDocument/2006/relationships/slide" Target="/ppt/slides/slide9.xml" Id="Rba3d01b306a44e55" /><Relationship Type="http://schemas.openxmlformats.org/officeDocument/2006/relationships/slide" Target="/ppt/slides/slide10.xml" Id="Rb92b02931b0e4f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067164b4a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99b281ae2481c" /><Relationship Type="http://schemas.openxmlformats.org/officeDocument/2006/relationships/notesMaster" Target="/ppt/notesMasters/notesMaster1.xml" Id="R39a9b0fe4c5c42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18c53e92b4a93" /><Relationship Type="http://schemas.openxmlformats.org/officeDocument/2006/relationships/notesMaster" Target="/ppt/notesMasters/notesMaster1.xml" Id="Rc41ee3e713504a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d76553cd64048" /><Relationship Type="http://schemas.openxmlformats.org/officeDocument/2006/relationships/notesMaster" Target="/ppt/notesMasters/notesMaster1.xml" Id="R5f645588bbca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64b525cc014303" /><Relationship Type="http://schemas.openxmlformats.org/officeDocument/2006/relationships/notesMaster" Target="/ppt/notesMasters/notesMaster1.xml" Id="Re0c01c39b72041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c75d439236480d" /><Relationship Type="http://schemas.openxmlformats.org/officeDocument/2006/relationships/notesMaster" Target="/ppt/notesMasters/notesMaster1.xml" Id="Rdea6d43314f241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16fa806b264df2" /><Relationship Type="http://schemas.openxmlformats.org/officeDocument/2006/relationships/notesMaster" Target="/ppt/notesMasters/notesMaster1.xml" Id="Rc123b0ccfa844e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ed6ee8a3fe4c32" /><Relationship Type="http://schemas.openxmlformats.org/officeDocument/2006/relationships/notesMaster" Target="/ppt/notesMasters/notesMaster1.xml" Id="R20f1168aecd54a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860f08c8aa4a93" /><Relationship Type="http://schemas.openxmlformats.org/officeDocument/2006/relationships/notesMaster" Target="/ppt/notesMasters/notesMaster1.xml" Id="R11f9aa1d54dc45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c71331afa54d28" /><Relationship Type="http://schemas.openxmlformats.org/officeDocument/2006/relationships/notesMaster" Target="/ppt/notesMasters/notesMaster1.xml" Id="Re50bb61fe90d49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0271517ade4a62" /><Relationship Type="http://schemas.openxmlformats.org/officeDocument/2006/relationships/notesMaster" Target="/ppt/notesMasters/notesMaster1.xml" Id="R070e5035c3ed4f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ecf9a60e2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24d4caa817415c" /><Relationship Type="http://schemas.openxmlformats.org/officeDocument/2006/relationships/slideLayout" Target="/ppt/slideLayouts/slideLayout1.xml" Id="R5767ce7fd31244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7ce7fd31244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51b0ef3014b3e" /><Relationship Type="http://schemas.openxmlformats.org/officeDocument/2006/relationships/image" Target="/ppt/media/image.png" Id="Rbb4f2fe5f1284226" /><Relationship Type="http://schemas.openxmlformats.org/officeDocument/2006/relationships/notesSlide" Target="/ppt/notesSlides/notesSlide1.xml" Id="R8f0bf91190fb45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8766fced48a5" /><Relationship Type="http://schemas.openxmlformats.org/officeDocument/2006/relationships/image" Target="/ppt/media/image2.png" Id="R4342476923db43da" /><Relationship Type="http://schemas.openxmlformats.org/officeDocument/2006/relationships/notesSlide" Target="/ppt/notesSlides/notesSlide2.xml" Id="R8fba2def897a44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26cc173b940b8" /><Relationship Type="http://schemas.openxmlformats.org/officeDocument/2006/relationships/image" Target="/ppt/media/image3.png" Id="R98d5e3e2f96c43a2" /><Relationship Type="http://schemas.openxmlformats.org/officeDocument/2006/relationships/notesSlide" Target="/ppt/notesSlides/notesSlide3.xml" Id="R4b9d29df5e15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dc3cb0bc24a3c" /><Relationship Type="http://schemas.openxmlformats.org/officeDocument/2006/relationships/image" Target="/ppt/media/image4.png" Id="Rcc3f813ab9be4644" /><Relationship Type="http://schemas.openxmlformats.org/officeDocument/2006/relationships/notesSlide" Target="/ppt/notesSlides/notesSlide4.xml" Id="R7525cbba472a45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df68e7453403d" /><Relationship Type="http://schemas.openxmlformats.org/officeDocument/2006/relationships/image" Target="/ppt/media/image5.png" Id="R39e5cb26a3d6427e" /><Relationship Type="http://schemas.openxmlformats.org/officeDocument/2006/relationships/notesSlide" Target="/ppt/notesSlides/notesSlide5.xml" Id="Race089a0cd3e47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1574ec71241f1" /><Relationship Type="http://schemas.openxmlformats.org/officeDocument/2006/relationships/image" Target="/ppt/media/image6.png" Id="Rfb29aefa2f404189" /><Relationship Type="http://schemas.openxmlformats.org/officeDocument/2006/relationships/notesSlide" Target="/ppt/notesSlides/notesSlide6.xml" Id="Rdf931fa8b1224a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c3f9841ca4f26" /><Relationship Type="http://schemas.openxmlformats.org/officeDocument/2006/relationships/image" Target="/ppt/media/image7.png" Id="R6e72bc6fae034f57" /><Relationship Type="http://schemas.openxmlformats.org/officeDocument/2006/relationships/notesSlide" Target="/ppt/notesSlides/notesSlide7.xml" Id="Rad9c83ed47d747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5d4b168314d07" /><Relationship Type="http://schemas.openxmlformats.org/officeDocument/2006/relationships/image" Target="/ppt/media/image8.png" Id="R867d6f21077e49e4" /><Relationship Type="http://schemas.openxmlformats.org/officeDocument/2006/relationships/notesSlide" Target="/ppt/notesSlides/notesSlide8.xml" Id="Reb46db1b603c49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0afd951064a85" /><Relationship Type="http://schemas.openxmlformats.org/officeDocument/2006/relationships/image" Target="/ppt/media/image9.png" Id="R2f061a01e1a84c6b" /><Relationship Type="http://schemas.openxmlformats.org/officeDocument/2006/relationships/notesSlide" Target="/ppt/notesSlides/notesSlide9.xml" Id="R4838a78aed574b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1b5ce57f947b6" /><Relationship Type="http://schemas.openxmlformats.org/officeDocument/2006/relationships/image" Target="/ppt/media/image10.png" Id="Reb039670b265429e" /><Relationship Type="http://schemas.openxmlformats.org/officeDocument/2006/relationships/notesSlide" Target="/ppt/notesSlides/notesSlide10.xml" Id="R914c744f65a34e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f2fe5f12842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80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2476923db43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362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5e3e2f96c43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83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f813ab9be46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333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5cb26a3d642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154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9aefa2f4041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876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2bc6fae034f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138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d6f21077e49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57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61a01e1a84c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559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39670b26542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04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2026-06-21T13:10:15.5070000Z</dcterms:created>
  <dcterms:modified xsi:type="dcterms:W3CDTF">2026-06-21T13:10:15.5070000Z</dcterms:modified>
</coreProperties>
</file>