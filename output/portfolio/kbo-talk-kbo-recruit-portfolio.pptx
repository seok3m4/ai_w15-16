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9bde1d1aa644c6" /><Relationship Type="http://schemas.openxmlformats.org/officeDocument/2006/relationships/extended-properties" Target="/docProps/app.xml" Id="Rce6f41cc65374e50" /><Relationship Type="http://schemas.openxmlformats.org/officeDocument/2006/relationships/officeDocument" Target="/ppt/presentation.xml" Id="Rccc44267fa224c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f9e73c3d5c473b"/>
  </p:sldMasterIdLst>
  <p:notesMasterIdLst>
    <p:notesMasterId xmlns:r="http://schemas.openxmlformats.org/officeDocument/2006/relationships" r:id="R20e823d4ec614e76"/>
  </p:notesMasterIdLst>
  <p:sldIdLst>
    <p:sldId xmlns:r="http://schemas.openxmlformats.org/officeDocument/2006/relationships" id="256" r:id="Rbd0f186e975c4847"/>
    <p:sldId xmlns:r="http://schemas.openxmlformats.org/officeDocument/2006/relationships" id="257" r:id="Rc3cabff6a8874219"/>
    <p:sldId xmlns:r="http://schemas.openxmlformats.org/officeDocument/2006/relationships" id="258" r:id="R8bfff2731bba469c"/>
    <p:sldId xmlns:r="http://schemas.openxmlformats.org/officeDocument/2006/relationships" id="259" r:id="R6d7149840be643be"/>
    <p:sldId xmlns:r="http://schemas.openxmlformats.org/officeDocument/2006/relationships" id="260" r:id="R9918b8033e944792"/>
    <p:sldId xmlns:r="http://schemas.openxmlformats.org/officeDocument/2006/relationships" id="261" r:id="Rfbc2a6c9e47c43cb"/>
    <p:sldId xmlns:r="http://schemas.openxmlformats.org/officeDocument/2006/relationships" id="262" r:id="R2f5d3a1b26b74ec3"/>
    <p:sldId xmlns:r="http://schemas.openxmlformats.org/officeDocument/2006/relationships" id="263" r:id="R88807a260891421d"/>
    <p:sldId xmlns:r="http://schemas.openxmlformats.org/officeDocument/2006/relationships" id="264" r:id="Rcaee40f03a2641a0"/>
    <p:sldId xmlns:r="http://schemas.openxmlformats.org/officeDocument/2006/relationships" id="265" r:id="Rb97ed4b9e4ed418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706695cfed40dc" /><Relationship Type="http://schemas.openxmlformats.org/officeDocument/2006/relationships/slideMaster" Target="/ppt/slideMasters/slideMaster1.xml" Id="R39f9e73c3d5c473b" /><Relationship Type="http://schemas.openxmlformats.org/officeDocument/2006/relationships/notesMaster" Target="/ppt/notesMasters/notesMaster1.xml" Id="R20e823d4ec614e76" /><Relationship Type="http://schemas.openxmlformats.org/officeDocument/2006/relationships/presProps" Target="/ppt/presProps.xml" Id="R05e99c92088d4b87" /><Relationship Type="http://schemas.openxmlformats.org/officeDocument/2006/relationships/tableStyles" Target="/ppt/tableStyles.xml" Id="R364d1f14353e4814" /><Relationship Type="http://schemas.openxmlformats.org/officeDocument/2006/relationships/slide" Target="/ppt/slides/slide1.xml" Id="Rbd0f186e975c4847" /><Relationship Type="http://schemas.openxmlformats.org/officeDocument/2006/relationships/slide" Target="/ppt/slides/slide2.xml" Id="Rc3cabff6a8874219" /><Relationship Type="http://schemas.openxmlformats.org/officeDocument/2006/relationships/slide" Target="/ppt/slides/slide3.xml" Id="R8bfff2731bba469c" /><Relationship Type="http://schemas.openxmlformats.org/officeDocument/2006/relationships/slide" Target="/ppt/slides/slide4.xml" Id="R6d7149840be643be" /><Relationship Type="http://schemas.openxmlformats.org/officeDocument/2006/relationships/slide" Target="/ppt/slides/slide5.xml" Id="R9918b8033e944792" /><Relationship Type="http://schemas.openxmlformats.org/officeDocument/2006/relationships/slide" Target="/ppt/slides/slide6.xml" Id="Rfbc2a6c9e47c43cb" /><Relationship Type="http://schemas.openxmlformats.org/officeDocument/2006/relationships/slide" Target="/ppt/slides/slide7.xml" Id="R2f5d3a1b26b74ec3" /><Relationship Type="http://schemas.openxmlformats.org/officeDocument/2006/relationships/slide" Target="/ppt/slides/slide8.xml" Id="R88807a260891421d" /><Relationship Type="http://schemas.openxmlformats.org/officeDocument/2006/relationships/slide" Target="/ppt/slides/slide9.xml" Id="Rcaee40f03a2641a0" /><Relationship Type="http://schemas.openxmlformats.org/officeDocument/2006/relationships/slide" Target="/ppt/slides/slide10.xml" Id="Rb97ed4b9e4ed41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6d46c953ac40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12459402d34138" /><Relationship Type="http://schemas.openxmlformats.org/officeDocument/2006/relationships/notesMaster" Target="/ppt/notesMasters/notesMaster1.xml" Id="Re93f6470e46947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58aa10010f48ba" /><Relationship Type="http://schemas.openxmlformats.org/officeDocument/2006/relationships/notesMaster" Target="/ppt/notesMasters/notesMaster1.xml" Id="R03ebb7ed058f4a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4854a5ab2f4621" /><Relationship Type="http://schemas.openxmlformats.org/officeDocument/2006/relationships/notesMaster" Target="/ppt/notesMasters/notesMaster1.xml" Id="R82d27eaf95fa4b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f81142df854cce" /><Relationship Type="http://schemas.openxmlformats.org/officeDocument/2006/relationships/notesMaster" Target="/ppt/notesMasters/notesMaster1.xml" Id="Re26adb35b50b42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305aff6f6746ee" /><Relationship Type="http://schemas.openxmlformats.org/officeDocument/2006/relationships/notesMaster" Target="/ppt/notesMasters/notesMaster1.xml" Id="R975c70902a6f43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3f106ef0ba47d5" /><Relationship Type="http://schemas.openxmlformats.org/officeDocument/2006/relationships/notesMaster" Target="/ppt/notesMasters/notesMaster1.xml" Id="R0af05000832240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7ad6d4c73a4be9" /><Relationship Type="http://schemas.openxmlformats.org/officeDocument/2006/relationships/notesMaster" Target="/ppt/notesMasters/notesMaster1.xml" Id="R7dae46a28fd24d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23f35a8a144023" /><Relationship Type="http://schemas.openxmlformats.org/officeDocument/2006/relationships/notesMaster" Target="/ppt/notesMasters/notesMaster1.xml" Id="R078f92266a124b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40638b5cfe4d33" /><Relationship Type="http://schemas.openxmlformats.org/officeDocument/2006/relationships/notesMaster" Target="/ppt/notesMasters/notesMaster1.xml" Id="Rb2c72176e54049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d513f3384f4979" /><Relationship Type="http://schemas.openxmlformats.org/officeDocument/2006/relationships/notesMaster" Target="/ppt/notesMasters/notesMaster1.xml" Id="R694d9c051d3f4f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9483474af746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509ca97b9847bc" /><Relationship Type="http://schemas.openxmlformats.org/officeDocument/2006/relationships/slideLayout" Target="/ppt/slideLayouts/slideLayout1.xml" Id="R9d5f3750d7b448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5f3750d7b448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310a9301d4471" /><Relationship Type="http://schemas.openxmlformats.org/officeDocument/2006/relationships/image" Target="/ppt/media/image.png" Id="R3ffd9516da204288" /><Relationship Type="http://schemas.openxmlformats.org/officeDocument/2006/relationships/notesSlide" Target="/ppt/notesSlides/notesSlide1.xml" Id="Rdef86d32ef2e4d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b1c3f6bb1426c" /><Relationship Type="http://schemas.openxmlformats.org/officeDocument/2006/relationships/notesSlide" Target="/ppt/notesSlides/notesSlide2.xml" Id="Rb4e0157aa8b04b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147997b63445e" /><Relationship Type="http://schemas.openxmlformats.org/officeDocument/2006/relationships/notesSlide" Target="/ppt/notesSlides/notesSlide3.xml" Id="R58712cd6e97a47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261df26a94763" /><Relationship Type="http://schemas.openxmlformats.org/officeDocument/2006/relationships/notesSlide" Target="/ppt/notesSlides/notesSlide4.xml" Id="Rcbd89e8c6ca842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33e9ccf524b6b" /><Relationship Type="http://schemas.openxmlformats.org/officeDocument/2006/relationships/notesSlide" Target="/ppt/notesSlides/notesSlide5.xml" Id="R4e85145df69e4c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fee8331a14756" /><Relationship Type="http://schemas.openxmlformats.org/officeDocument/2006/relationships/image" Target="/ppt/media/image2.png" Id="R147d86a52f6a443a" /><Relationship Type="http://schemas.openxmlformats.org/officeDocument/2006/relationships/notesSlide" Target="/ppt/notesSlides/notesSlide6.xml" Id="Rfe0e4c277f8d40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21e7243244224" /><Relationship Type="http://schemas.openxmlformats.org/officeDocument/2006/relationships/image" Target="/ppt/media/image3.png" Id="R385cd64ac09e45f7" /><Relationship Type="http://schemas.openxmlformats.org/officeDocument/2006/relationships/notesSlide" Target="/ppt/notesSlides/notesSlide7.xml" Id="Ra0e0feecb3d447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c1278e55e48c4" /><Relationship Type="http://schemas.openxmlformats.org/officeDocument/2006/relationships/image" Target="/ppt/media/image4.png" Id="R5d2f430be7b3467f" /><Relationship Type="http://schemas.openxmlformats.org/officeDocument/2006/relationships/image" Target="/ppt/media/image5.png" Id="R0a98c428dce043e1" /><Relationship Type="http://schemas.openxmlformats.org/officeDocument/2006/relationships/notesSlide" Target="/ppt/notesSlides/notesSlide8.xml" Id="Rc9a5a5f3343f43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db926581d4711" /><Relationship Type="http://schemas.openxmlformats.org/officeDocument/2006/relationships/notesSlide" Target="/ppt/notesSlides/notesSlide9.xml" Id="Rdecf17fdec2342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36cf5da83488a" /><Relationship Type="http://schemas.openxmlformats.org/officeDocument/2006/relationships/notesSlide" Target="/ppt/notesSlides/notesSlide10.xml" Id="R685b4d62af1f47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6F031E-C515-4CD7-ACF4-A2F3433F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2860C-4564-4514-873D-3A72C3A8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53B08-8762-4948-9875-9F9CB642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00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2FC71-7B4B-4696-B8F3-1E648FD7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fd9516da204288"/>
          <a:srcRect xmlns:a="http://schemas.openxmlformats.org/drawingml/2006/main" l="0" t="4" r="0" b="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20050" y="647700"/>
            <a:ext cx="2324100" cy="5029200"/>
          </a:xfrm>
          <a:prstGeom xmlns:a="http://schemas.openxmlformats.org/drawingml/2006/main" prst="roundRect">
            <a:avLst>
              <a:gd name="adj" fmla="val 655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3FC6A-8AD2-4B46-877D-2FE8035A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0050"/>
            <a:ext cx="2952750" cy="556260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37FF64-C5A0-42EC-8D47-46D0AE5D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7810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FC5FF"/>
                </a:solidFill>
              </a:defRPr>
            </a:pPr>
            <a:r>
              <a:rPr sz="1275" b="1">
                <a:solidFill>
                  <a:srgbClr val="AFC5FF"/>
                </a:solidFill>
              </a:rPr>
              <a:t>KBO APP SERVICE REDESIGN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86E1D-E8E0-4E48-A570-DC8C4814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2192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KBO Talk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Fan Hub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84DBE-43BB-4A34-8438-BC4521A7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95600"/>
            <a:ext cx="504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3FF"/>
                </a:solidFill>
              </a:defRPr>
            </a:pPr>
            <a:r>
              <a:rPr sz="1800" b="0">
                <a:solidFill>
                  <a:srgbClr val="D8E3FF"/>
                </a:solidFill>
              </a:rPr>
              <a:t>경기·기록·뉴스를 팬 참여 흐름으로 연결한 KBO 앱 서비스 개선 포트폴리오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48501-1FCA-4383-9910-96DAECF6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38600"/>
            <a:ext cx="8763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05D4CF-FE46-4705-BED5-0E2B2A01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9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Web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FDA88E-976C-405A-A792-04F3A8CF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38600"/>
            <a:ext cx="11049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4DA1A4-6D35-4C2F-B65F-3829248D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957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Mobile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00A3E1-F057-4507-BD56-4EFBAC8F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38600"/>
            <a:ext cx="1466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8EF0E4-6304-4EF5-BAE8-FEA733A0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9575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Android APK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EF9EA0-1008-4A15-BD82-244F1B08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673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지원 직무  미디어사업팀 KBO 앱 서비스 기획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C87D2-D2AE-4B4E-98B3-D328A328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772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5FF"/>
                </a:solidFill>
              </a:defRPr>
            </a:pPr>
            <a:r>
              <a:rPr sz="1200" b="0">
                <a:solidFill>
                  <a:srgbClr val="AFC5FF"/>
                </a:solidFill>
              </a:rPr>
              <a:t>고민석 · 2026.06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849B5C-2E65-4723-A5CE-DB6265BC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KBO Talk / KBO Fan Hub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EE0FB2-3DE7-44BD-A54A-A141A780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228445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AD2A42-98AE-4A25-8C56-8D433EFB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1920"/>
                </a:solidFill>
              </a:defRPr>
            </a:pPr>
            <a:r>
              <a:rPr sz="1125" b="1">
                <a:solidFill>
                  <a:srgbClr val="D71920"/>
                </a:solidFill>
              </a:rPr>
              <a:t>EXECUTIVE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70C81-D0C3-4050-B98F-198848D2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A3D"/>
                </a:solidFill>
              </a:defRPr>
            </a:pPr>
            <a:r>
              <a:rPr sz="3150" b="1">
                <a:solidFill>
                  <a:srgbClr val="071A3D"/>
                </a:solidFill>
              </a:rPr>
              <a:t>공식 정보와 팬 참여를 하나의 앱 흐름으로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FD344-8CFC-453C-8B8A-45C85C3D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KBO 공식 정보 구조를 팬이 실제로 쓰는 경기 전·중·후 행동 흐름으로 재배치했습니다.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C5504-4F93-4499-B8A8-CF63F4C5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333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56759-23F6-4B07-A63B-11B4E6E6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71920"/>
                </a:solidFill>
              </a:defRPr>
            </a:pPr>
            <a:r>
              <a:rPr sz="2550" b="1">
                <a:solidFill>
                  <a:srgbClr val="D71920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8BF41-1CC6-448F-BE03-FC3457F6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개선 영역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0BA10-039C-4213-B5F0-F753FD6A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95500"/>
            <a:ext cx="1333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FB027-2077-4ACE-92CD-BA9A81F7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38375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71920"/>
                </a:solidFill>
              </a:defRPr>
            </a:pPr>
            <a:r>
              <a:rPr sz="2550" b="1">
                <a:solidFill>
                  <a:srgbClr val="D71920"/>
                </a:solidFill>
              </a:rPr>
              <a:t>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930C2-C3A0-4A4A-82DE-69F25725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098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핵심 화면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71168-3985-43EF-B42A-11A0CA74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95500"/>
            <a:ext cx="1333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2D7A6-E328-4D58-8E79-DFC173FB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38375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71920"/>
                </a:solidFill>
              </a:defRPr>
            </a:pPr>
            <a:r>
              <a:rPr sz="2550" b="1">
                <a:solidFill>
                  <a:srgbClr val="D71920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0BC4F9-D768-4E3F-9799-3FE98390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098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AI 경험 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D30ECD-DEEB-4647-B461-FB5FEE82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95500"/>
            <a:ext cx="1333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6E3999-6636-4641-B799-46A69D36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238375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71920"/>
                </a:solidFill>
              </a:defRPr>
            </a:pPr>
            <a:r>
              <a:rPr sz="2550" b="1">
                <a:solidFill>
                  <a:srgbClr val="D71920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4B16B5-F969-44D8-8C7C-B95E2ABE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098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APK 산출물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40B12D-41B1-4BBA-88C0-0F60CCAC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3528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AD376E-876D-43DB-994A-F0FDF24A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7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8A4B96-12F4-4FFD-AC3E-1E7F1281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052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1920"/>
                </a:solidFill>
              </a:defRPr>
            </a:pPr>
            <a:r>
              <a:rPr sz="975" b="1">
                <a:solidFill>
                  <a:srgbClr val="D71920"/>
                </a:solidFill>
              </a:rPr>
              <a:t>WHY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C8071F-E774-4504-8D14-68CC2860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A3D"/>
                </a:solidFill>
              </a:defRPr>
            </a:pPr>
            <a:r>
              <a:rPr sz="1650" b="1">
                <a:solidFill>
                  <a:srgbClr val="071A3D"/>
                </a:solidFill>
              </a:rPr>
              <a:t>문제 정의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0FC1D0-08A8-4E1E-9437-6530D151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2933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경기 일정, 기록, 뉴스, 팬 의견이 여러 메뉴에 나뉘어 있어 한 경기 중심의 흐름이 약합니다.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E11986-A759-4248-9485-6873B342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020602-3865-4CE8-992A-C8382218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57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D0B418-2658-4F4F-94AD-1A3EDCF8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052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3470"/>
                </a:solidFill>
              </a:defRPr>
            </a:pPr>
            <a:r>
              <a:rPr sz="975" b="1">
                <a:solidFill>
                  <a:srgbClr val="1F3470"/>
                </a:solidFill>
              </a:rPr>
              <a:t>HOW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4DBB19-41D4-4046-9B17-AF788388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338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A3D"/>
                </a:solidFill>
              </a:defRPr>
            </a:pPr>
            <a:r>
              <a:rPr sz="1650" b="1">
                <a:solidFill>
                  <a:srgbClr val="071A3D"/>
                </a:solidFill>
              </a:rPr>
              <a:t>서비스 제안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EBB63D-38B1-45D3-8D05-BCF585C4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33850"/>
            <a:ext cx="2933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경기방을 중심으로 기록실, 뉴스, 글쓰기, 응원팀 홈을 연결해 반복 방문 동기를 만듭니다.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B538BB-8F2E-465F-94EB-4942C79E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33750"/>
            <a:ext cx="33528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64726E-820E-49C1-9CE7-80EA470D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33750"/>
            <a:ext cx="57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0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336FE5-DC82-475A-8154-9FEF82EB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052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805C"/>
                </a:solidFill>
              </a:defRPr>
            </a:pPr>
            <a:r>
              <a:rPr sz="975" b="1">
                <a:solidFill>
                  <a:srgbClr val="12805C"/>
                </a:solidFill>
              </a:rPr>
              <a:t>PROOF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03F931-6396-45DF-A463-45CFB2E6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338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A3D"/>
                </a:solidFill>
              </a:defRPr>
            </a:pPr>
            <a:r>
              <a:rPr sz="1650" b="1">
                <a:solidFill>
                  <a:srgbClr val="071A3D"/>
                </a:solidFill>
              </a:rPr>
              <a:t>구현 증거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225C0B-2668-427A-9C42-95510F76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33850"/>
            <a:ext cx="2933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웹 데모, 모바일 앱형 화면, Android WebView APK, 배포 검증까지 완료했습니다.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3E5749-082F-400F-802B-D3D3C17D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KBO Talk / KBO Fan Hub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76D101-C877-42DF-9B12-FD427ED4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753937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12E511-ED7B-494D-81EE-C49E96B0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1920"/>
                </a:solidFill>
              </a:defRPr>
            </a:pPr>
            <a:r>
              <a:rPr sz="1125" b="1">
                <a:solidFill>
                  <a:srgbClr val="D71920"/>
                </a:solidFill>
              </a:rPr>
              <a:t>ROLE FIT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6CF2C-4721-48C5-AC52-5FF69971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A3D"/>
                </a:solidFill>
              </a:defRPr>
            </a:pPr>
            <a:r>
              <a:rPr sz="3150" b="1">
                <a:solidFill>
                  <a:srgbClr val="071A3D"/>
                </a:solidFill>
              </a:rPr>
              <a:t>KBO 앱 서비스 기획 직무와 직접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CE57E-D932-47A5-8C4C-70BA9CD4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채용 공고의 역할을 포트폴리오 산출물과 1:1로 대응시켰습니다.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5CA12-3BD6-4582-A618-FADE1545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362200" cy="23812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FF4BC-1D79-483F-8EB4-88E1ADE4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2E99F-232B-4131-8E1F-7FACD736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1920"/>
                </a:solidFill>
              </a:defRPr>
            </a:pPr>
            <a:r>
              <a:rPr sz="975" b="1">
                <a:solidFill>
                  <a:srgbClr val="D71920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B570E6-C17C-4F65-B4E9-03A22F9A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A3D"/>
                </a:solidFill>
              </a:defRPr>
            </a:pPr>
            <a:r>
              <a:rPr sz="1650" b="1">
                <a:solidFill>
                  <a:srgbClr val="071A3D"/>
                </a:solidFill>
              </a:rPr>
              <a:t>구조 분석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73AFBE-B3FE-45B1-B110-E10841FE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19431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공식 웹/모바일의 일정, 결과, 기록, 선수, 뉴스 구조를 팬 흐름 기준으로 재구성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0A3B8-DCA2-4D6B-AD93-4ABDF515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66950"/>
            <a:ext cx="2362200" cy="23812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E8E3D8-AEF9-4B23-999A-2AC1F8B2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6695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53D65-577E-42A9-B46E-2B97CDF1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3840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3470"/>
                </a:solidFill>
              </a:defRPr>
            </a:pPr>
            <a:r>
              <a:rPr sz="975" b="1">
                <a:solidFill>
                  <a:srgbClr val="1F3470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2B3F02-9E41-4924-84AA-4EB6B91B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670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A3D"/>
                </a:solidFill>
              </a:defRPr>
            </a:pPr>
            <a:r>
              <a:rPr sz="1650" b="1">
                <a:solidFill>
                  <a:srgbClr val="071A3D"/>
                </a:solidFill>
              </a:rPr>
              <a:t>연계 설계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50FDFD-9CCF-4B69-8477-056EC191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67050"/>
            <a:ext cx="19431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경기방을 중심으로 기록, 뉴스, 하이라이트, 리뷰 작성 동선을 연결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273D55-661D-4DE3-8D1F-C8CC2EA1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2362200" cy="23812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24F048-50AB-4A6F-825E-50C4F49E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68DBAF-CE74-472F-83FF-51732CC6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3470"/>
                </a:solidFill>
              </a:defRPr>
            </a:pPr>
            <a:r>
              <a:rPr sz="975" b="1">
                <a:solidFill>
                  <a:srgbClr val="1F3470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54EB8E-4DF0-41F7-A551-C1BD93DB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A3D"/>
                </a:solidFill>
              </a:defRPr>
            </a:pPr>
            <a:r>
              <a:rPr sz="1650" b="1">
                <a:solidFill>
                  <a:srgbClr val="071A3D"/>
                </a:solidFill>
              </a:rPr>
              <a:t>요구사항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A5B110-3585-4626-AB2D-1AB01A2D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67050"/>
            <a:ext cx="19431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응원팀 홈, 경기방, 기록실, 뉴스 브리핑을 기능 요구사항으로 정리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552170-8464-47BA-9222-B2A6DB2B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66950"/>
            <a:ext cx="2362200" cy="23812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F79717-32FA-43C4-B07D-37171AB2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6695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F31DE4-45E7-444D-8C8B-966E0F0F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3840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3470"/>
                </a:solidFill>
              </a:defRPr>
            </a:pPr>
            <a:r>
              <a:rPr sz="975" b="1">
                <a:solidFill>
                  <a:srgbClr val="1F3470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F218E2-5342-4E12-889D-5DF6D932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670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A3D"/>
                </a:solidFill>
              </a:defRPr>
            </a:pPr>
            <a:r>
              <a:rPr sz="1650" b="1">
                <a:solidFill>
                  <a:srgbClr val="071A3D"/>
                </a:solidFill>
              </a:rPr>
              <a:t>협업 산출물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8807CA-AFE4-44F1-B3E5-37A0B306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67050"/>
            <a:ext cx="19431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웹, API, DB, Android 앱으로 개발자와 논의 가능한 프로토타입 구현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0ED2D7-0ABE-4E51-B141-8C598C03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A3D"/>
                </a:solidFill>
              </a:defRPr>
            </a:pPr>
            <a:r>
              <a:rPr sz="1650" b="1">
                <a:solidFill>
                  <a:srgbClr val="071A3D"/>
                </a:solidFill>
              </a:rPr>
              <a:t>핵심 관점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607A4A-A17F-4086-B402-BCB5A3A2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387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단순 개발 결과물이 아니라, 앱 서비스 개선안을 실제 화면과 데이터 흐름으로 검증한 케이스 스터디입니다.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898709-2F89-4123-B762-7BC6F16D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KBO Talk / KBO Fan Hub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6A404A-F41A-4B1B-86BE-FCCF1551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337210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CC41B1-1960-4832-960C-BE078A4C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1920"/>
                </a:solidFill>
              </a:defRPr>
            </a:pPr>
            <a:r>
              <a:rPr sz="1125" b="1">
                <a:solidFill>
                  <a:srgbClr val="D71920"/>
                </a:solidFill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0E8BD-8053-400C-A9D5-B9B03389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A3D"/>
                </a:solidFill>
              </a:defRPr>
            </a:pPr>
            <a:r>
              <a:rPr sz="3150" b="1">
                <a:solidFill>
                  <a:srgbClr val="071A3D"/>
                </a:solidFill>
              </a:rPr>
              <a:t>팬은 ‘한 경기’를 중심으로 보고 싶다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1967A-4633-4903-BB83-600610F6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현재 개선 방향은 흩어진 정보를 경기방 중심의 연속된 경험으로 묶는 것입니다.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72731-3EEC-4C62-A7D5-EB444536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19075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085B6-055D-4111-B90E-1EBA3313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71920"/>
                </a:solidFill>
              </a:defRPr>
            </a:pPr>
            <a:r>
              <a:rPr sz="1950" b="1">
                <a:solidFill>
                  <a:srgbClr val="D71920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7DA08-3A06-430B-AFE9-4C421E1E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4800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3D"/>
                </a:solidFill>
              </a:defRPr>
            </a:pPr>
            <a:r>
              <a:rPr sz="1950" b="1">
                <a:solidFill>
                  <a:srgbClr val="071A3D"/>
                </a:solidFill>
              </a:rPr>
              <a:t>경기 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6C28C-DFE9-4A7D-8AAF-1AA7C65D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8615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오늘 경기, 선발 투수, 라인업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B4585-DA59-471C-8A77-530A9BC8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480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3470"/>
                </a:solidFill>
              </a:defRPr>
            </a:pPr>
            <a:r>
              <a:rPr sz="2550" b="1">
                <a:solidFill>
                  <a:srgbClr val="1F3470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C7816-33DA-46A1-8A42-54AA263C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81250"/>
            <a:ext cx="219075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EB316B-653A-46A8-A519-793FF94A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908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71920"/>
                </a:solidFill>
              </a:defRPr>
            </a:pPr>
            <a:r>
              <a:rPr sz="1950" b="1">
                <a:solidFill>
                  <a:srgbClr val="D71920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5F1C5-B286-40C5-9C20-AB0820E0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4800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3D"/>
                </a:solidFill>
              </a:defRPr>
            </a:pPr>
            <a:r>
              <a:rPr sz="1950" b="1">
                <a:solidFill>
                  <a:srgbClr val="071A3D"/>
                </a:solidFill>
              </a:rPr>
              <a:t>경기 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386C0-47BF-4C3F-9446-2F36FC95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48615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스코어, 문자중계, 흐름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2E8782-434F-4D72-91D1-AEE9A0B0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480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3470"/>
                </a:solidFill>
              </a:defRPr>
            </a:pPr>
            <a:r>
              <a:rPr sz="2550" b="1">
                <a:solidFill>
                  <a:srgbClr val="1F347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E2424F-689A-48CD-9AB8-1A8DBCE2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219075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991576-DA72-432B-A993-A25E5988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908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71920"/>
                </a:solidFill>
              </a:defRPr>
            </a:pPr>
            <a:r>
              <a:rPr sz="1950" b="1">
                <a:solidFill>
                  <a:srgbClr val="D71920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5F970F-1292-4BAE-8B61-607FA3E3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4800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3D"/>
                </a:solidFill>
              </a:defRPr>
            </a:pPr>
            <a:r>
              <a:rPr sz="1950" b="1">
                <a:solidFill>
                  <a:srgbClr val="071A3D"/>
                </a:solidFill>
              </a:rPr>
              <a:t>경기 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0C416D-C971-4B71-943A-03B53BE0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8615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박스스코어, 기록, 뉴스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9DC1B5-FD21-4D36-8A32-B102CF79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480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3470"/>
                </a:solidFill>
              </a:defRPr>
            </a:pPr>
            <a:r>
              <a:rPr sz="2550" b="1">
                <a:solidFill>
                  <a:srgbClr val="1F3470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9D6E92-CEA9-48A6-953C-533638AB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81250"/>
            <a:ext cx="219075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D4321B-A3FA-4BC4-B86B-E03B4B37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908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71920"/>
                </a:solidFill>
              </a:defRPr>
            </a:pPr>
            <a:r>
              <a:rPr sz="1950" b="1">
                <a:solidFill>
                  <a:srgbClr val="D71920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E5408E-CE91-44BF-8D29-09DB128F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4800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3D"/>
                </a:solidFill>
              </a:defRPr>
            </a:pPr>
            <a:r>
              <a:rPr sz="1950" b="1">
                <a:solidFill>
                  <a:srgbClr val="071A3D"/>
                </a:solidFill>
              </a:rPr>
              <a:t>참여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D79BB4-A04F-44AD-B437-9A5F83B7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8615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리뷰 작성, 댓글, 추천/비추천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91B542-7B12-45F6-84E8-4B4FF8E5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958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3D"/>
                </a:solidFill>
              </a:defRPr>
            </a:pPr>
            <a:r>
              <a:rPr sz="1575" b="1">
                <a:solidFill>
                  <a:srgbClr val="071A3D"/>
                </a:solidFill>
              </a:rPr>
              <a:t>기획 포인트: 메뉴를 더 늘리는 것이 아니라, 팬의 경기 소비 흐름에 맞춰 기존 정보의 진입 순서를 다시 설계했습니다.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602763-BFCF-411C-98A7-28D021B3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KBO Talk / KBO Fan Hub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697D89-0128-46E2-833D-2DBC17DD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349506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94BA15-9E2B-4EAE-B5EB-B9EB0601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1920"/>
                </a:solidFill>
              </a:defRPr>
            </a:pPr>
            <a:r>
              <a:rPr sz="1125" b="1">
                <a:solidFill>
                  <a:srgbClr val="D71920"/>
                </a:solidFill>
              </a:rPr>
              <a:t>SERVICE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B39F0-BB27-4C5C-B911-9FABBB58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A3D"/>
                </a:solidFill>
              </a:defRPr>
            </a:pPr>
            <a:r>
              <a:rPr sz="3150" b="1">
                <a:solidFill>
                  <a:srgbClr val="071A3D"/>
                </a:solidFill>
              </a:rPr>
              <a:t>경기방을 허브로 한 KBO 팬 경험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DEC7B-94C6-4568-986A-5B595DED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앱의 핵심 화면을 ‘오늘의 경기 → 경기방 → 기록/뉴스/리뷰’ 흐름으로 재구성했습니다.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1ED24-B206-4190-81B8-23D77B53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143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E81B8-8956-49FC-9D0F-C99B00B5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EDFF8-48F4-4F84-9226-8926D7A3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1920"/>
                </a:solidFill>
              </a:defRPr>
            </a:pPr>
            <a:r>
              <a:rPr sz="975" b="1">
                <a:solidFill>
                  <a:srgbClr val="D71920"/>
                </a:solidFill>
              </a:rPr>
              <a:t>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B883BC-940D-4194-A192-4D98FA5E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A3D"/>
                </a:solidFill>
              </a:defRPr>
            </a:pPr>
            <a:r>
              <a:rPr sz="1650" b="1">
                <a:solidFill>
                  <a:srgbClr val="071A3D"/>
                </a:solidFill>
              </a:rPr>
              <a:t>경기방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FB19F-0F25-47B9-918F-3223D275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일정, 선발 투수, 라인업, 문자중계, 박스스코어, 관련 글을 한 화면에 통합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A1EBB-23FF-4897-9508-44CAA714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14550"/>
            <a:ext cx="3143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00C72-D562-4978-83C5-2F7E6C41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1455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564A8E-43CD-454E-A3FD-46FAC3F3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286000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3470"/>
                </a:solidFill>
              </a:defRPr>
            </a:pPr>
            <a:r>
              <a:rPr sz="975" b="1">
                <a:solidFill>
                  <a:srgbClr val="1F3470"/>
                </a:solidFill>
              </a:rPr>
              <a:t>PERSONAL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B402B1-9315-484F-8093-EFCB4487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5146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A3D"/>
                </a:solidFill>
              </a:defRPr>
            </a:pPr>
            <a:r>
              <a:rPr sz="1650" b="1">
                <a:solidFill>
                  <a:srgbClr val="071A3D"/>
                </a:solidFill>
              </a:rPr>
              <a:t>응원팀 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DF8F2A-11A5-486A-A48E-556BBE91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1465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사용자가 선택한 팀 중심으로 경기, 게시글, 뉴스, 활동을 먼저 보여주는 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A5F925-9D87-4FB4-AABE-DC7C88A3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3143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FB0283-D399-4768-9306-0C11D2B8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0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06BE53-93A6-4FE2-A74C-DD32D3CC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805C"/>
                </a:solidFill>
              </a:defRPr>
            </a:pPr>
            <a:r>
              <a:rPr sz="975" b="1">
                <a:solidFill>
                  <a:srgbClr val="12805C"/>
                </a:solidFill>
              </a:rPr>
              <a:t>CONTENT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869CB8-11C5-49B6-8949-35D6D16C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146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A3D"/>
                </a:solidFill>
              </a:defRPr>
            </a:pPr>
            <a:r>
              <a:rPr sz="1650" b="1">
                <a:solidFill>
                  <a:srgbClr val="071A3D"/>
                </a:solidFill>
              </a:rPr>
              <a:t>뉴스와 글쓰기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4A5D30-1D40-46F8-A15B-863519C9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1465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뉴스 브리핑과 유사 글 확인을 통해 읽기 이후 팬 참여로 이어지는 흐름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6688A4-75DF-45A9-B650-C3A6D2E3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71A3D"/>
          </a:solidFill>
          <a:ln xmlns:a="http://schemas.openxmlformats.org/drawingml/2006/main" w="9525">
            <a:solidFill>
              <a:srgbClr val="071A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F74A49-6B34-41DA-B8A3-4B3CC2F3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FC5FF"/>
                </a:solidFill>
              </a:defRPr>
            </a:pPr>
            <a:r>
              <a:rPr sz="1200" b="1">
                <a:solidFill>
                  <a:srgbClr val="AFC5FF"/>
                </a:solidFill>
              </a:rPr>
              <a:t>서비스 구조 한 문장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5F6B50-3636-431E-934E-C22E0946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9650"/>
            <a:ext cx="922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공식 데이터 확인 → 팬 해석 → 커뮤니티 참여 → 개인화된 재방문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FEFE1C-2247-449E-8AF4-3BBE0B2E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KBO Talk / KBO Fan Hub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9E9768-FA3C-4993-8C53-EBC92B70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825847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512402-7A22-4BED-86CB-1CBFCFAB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1920"/>
                </a:solidFill>
              </a:defRPr>
            </a:pPr>
            <a:r>
              <a:rPr sz="1125" b="1">
                <a:solidFill>
                  <a:srgbClr val="D71920"/>
                </a:solidFill>
              </a:rPr>
              <a:t>PRODUCT SCREENS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FCFE4-A974-4EDC-BED8-E463F4A1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A3D"/>
                </a:solidFill>
              </a:defRPr>
            </a:pPr>
            <a:r>
              <a:rPr sz="3150" b="1">
                <a:solidFill>
                  <a:srgbClr val="071A3D"/>
                </a:solidFill>
              </a:rPr>
              <a:t>웹 커뮤니티와 공식 정보 진입점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07CCA-8527-466A-90BA-9D16AA2D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게시판, 오늘의 경기, 인기글, 기록/뉴스/경기방 진입점을 한 화면에서 확인합니다.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8C732C-472D-4520-845C-8A008193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4057650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d86a52f6a443a"/>
          <a:srcRect xmlns:a="http://schemas.openxmlformats.org/drawingml/2006/main" l="0" t="24299" r="0" b="242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" y="2076450"/>
            <a:ext cx="10401300" cy="3638550"/>
          </a:xfrm>
          <a:prstGeom xmlns:a="http://schemas.openxmlformats.org/drawingml/2006/main" prst="roundRect">
            <a:avLst>
              <a:gd name="adj" fmla="val 314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60228-36E8-4497-B9F0-3006A320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81700"/>
            <a:ext cx="8763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FFF1F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49426B-3A7C-4C7A-8C0F-422E7FF9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388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71920"/>
                </a:solidFill>
              </a:defRPr>
            </a:pPr>
            <a:r>
              <a:rPr sz="975" b="1">
                <a:solidFill>
                  <a:srgbClr val="D71920"/>
                </a:solidFill>
              </a:rPr>
              <a:t>게시판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8758D-0744-4CF8-A8DC-A689D3BA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81700"/>
            <a:ext cx="12573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DF8BCB-10D2-4DDE-993C-5EAB9439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60388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3470"/>
                </a:solidFill>
              </a:defRPr>
            </a:pPr>
            <a:r>
              <a:rPr sz="975" b="1">
                <a:solidFill>
                  <a:srgbClr val="1F3470"/>
                </a:solidFill>
              </a:rPr>
              <a:t>오늘의 경기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567E0-F51E-4C83-B133-D9427C43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81700"/>
            <a:ext cx="8763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FBA0D8-93F6-4661-AD52-128595B4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0388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3470"/>
                </a:solidFill>
              </a:defRPr>
            </a:pPr>
            <a:r>
              <a:rPr sz="975" b="1">
                <a:solidFill>
                  <a:srgbClr val="1F3470"/>
                </a:solidFill>
              </a:rPr>
              <a:t>인기글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D720CB-3978-4441-82A7-F23493D1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981700"/>
            <a:ext cx="11430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7C4A0B-F281-47C7-9DEC-03983661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0388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3470"/>
                </a:solidFill>
              </a:defRPr>
            </a:pPr>
            <a:r>
              <a:rPr sz="975" b="1">
                <a:solidFill>
                  <a:srgbClr val="1F3470"/>
                </a:solidFill>
              </a:rPr>
              <a:t>기록·뉴스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DDB3E0-B08E-416B-8B9D-03DC04D1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KBO Talk / KBO Fan Hub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1B501-AAB4-429C-AD65-29475119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689840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A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59D26A-2B32-47BA-BC59-53E702C7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5FF"/>
                </a:solidFill>
              </a:defRPr>
            </a:pPr>
            <a:r>
              <a:rPr sz="1125" b="1">
                <a:solidFill>
                  <a:srgbClr val="AFC5FF"/>
                </a:solidFill>
              </a:rPr>
              <a:t>MOBILE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D969C-D406-4B9A-A372-00B69217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모바일 앱 UX 중심의 KBO Fan 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46E11-48BF-4E2C-ACEF-7AFE7E72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81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3FF"/>
                </a:solidFill>
              </a:defRPr>
            </a:pPr>
            <a:r>
              <a:rPr sz="1500" b="0">
                <a:solidFill>
                  <a:srgbClr val="D8E3FF"/>
                </a:solidFill>
              </a:rPr>
              <a:t>WebView 기반 APK와 PWA를 함께 준비해, 웹에서 구현한 기능을 모바일 앱 흐름으로 재배치했습니다.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A48A0-8333-4977-958E-C9AE98FB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7200"/>
            <a:ext cx="2857500" cy="57150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cd64ac09e45f7"/>
          <a:srcRect xmlns:a="http://schemas.openxmlformats.org/drawingml/2006/main" l="4649" t="0" r="46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67650" y="723900"/>
            <a:ext cx="2171700" cy="5181600"/>
          </a:xfrm>
          <a:prstGeom xmlns:a="http://schemas.openxmlformats.org/drawingml/2006/main" prst="roundRect">
            <a:avLst>
              <a:gd name="adj" fmla="val 701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78345-D666-4234-8BD1-B58241C8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5048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EBE7E-7EBB-402E-8224-7CF339FA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1920"/>
                </a:solidFill>
              </a:defRPr>
            </a:pPr>
            <a:r>
              <a:rPr sz="1350" b="1">
                <a:solidFill>
                  <a:srgbClr val="D71920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7B14EF-6955-4B31-98CB-74220CBB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241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응원팀 기반 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98547-9CB9-46C5-9D37-879E7CFD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5048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7AFE1-4D3A-451C-B129-28947D46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1920"/>
                </a:solidFill>
              </a:defRPr>
            </a:pPr>
            <a:r>
              <a:rPr sz="1350" b="1">
                <a:solidFill>
                  <a:srgbClr val="D71920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F5C9C-DDBF-4B35-9C4E-AE622AC6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09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경기방·기록실·뉴스 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3BA80F-0201-41E6-9BD6-ABD4B9EE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5048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498DF4-2B87-4531-8210-5677864C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1920"/>
                </a:solidFill>
              </a:defRPr>
            </a:pPr>
            <a:r>
              <a:rPr sz="1350" b="1">
                <a:solidFill>
                  <a:srgbClr val="D71920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3CA0C2-657F-4D81-B8C9-D039519D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957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글쓰기와 이미지 첨부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F0BBB1-5B2F-4D23-B2CB-D70C10F7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5048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3CD18D-3746-41D7-8B08-186B2D33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1920"/>
                </a:solidFill>
              </a:defRPr>
            </a:pPr>
            <a:r>
              <a:rPr sz="1350" b="1">
                <a:solidFill>
                  <a:srgbClr val="D71920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CBA309-DCCA-41D2-BA4D-2221804C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815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Android APK Release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4B70F9-0CFC-4997-8483-3D1FDE5F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KBO Talk / KBO Fan Hub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755B88-103D-4010-B464-D9F1C229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381373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65C683-3E08-4292-82C9-1BEDD8B5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1920"/>
                </a:solidFill>
              </a:defRPr>
            </a:pPr>
            <a:r>
              <a:rPr sz="1125" b="1">
                <a:solidFill>
                  <a:srgbClr val="D71920"/>
                </a:solidFill>
              </a:rPr>
              <a:t>CONTENT &amp;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BD65E-80DF-41E2-A093-1291D100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A3D"/>
                </a:solidFill>
              </a:defRPr>
            </a:pPr>
            <a:r>
              <a:rPr sz="3150" b="1">
                <a:solidFill>
                  <a:srgbClr val="071A3D"/>
                </a:solidFill>
              </a:rPr>
              <a:t>기록실과 뉴스에서 참여로 이어지는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56659-299D-4305-8455-093ADF53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선수 기록과 뉴스는 팬이 자주 확인하는 콘텐츠이며, 글쓰기와 토론의 출발점이 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235E0-861B-4225-BBE0-3BF5843F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086350" cy="31623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f430be7b3467f"/>
          <a:srcRect xmlns:a="http://schemas.openxmlformats.org/drawingml/2006/main" l="0" t="12516" r="0" b="125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" y="2133600"/>
            <a:ext cx="4667250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B0FBA-B567-43FC-A7BB-ACB70EE4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A3D"/>
                </a:solidFill>
              </a:defRPr>
            </a:pPr>
            <a:r>
              <a:rPr sz="1800" b="1">
                <a:solidFill>
                  <a:srgbClr val="071A3D"/>
                </a:solidFill>
              </a:rPr>
              <a:t>순위/기록실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05963C-9DF1-455D-9486-02E5B28A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43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팀 순위와 타자·투수 기록을 한 페이지에서 비교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6EBFE-4179-412C-A284-D469DE72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24050"/>
            <a:ext cx="5086350" cy="31623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8c428dce043e1"/>
          <a:srcRect xmlns:a="http://schemas.openxmlformats.org/drawingml/2006/main" l="0" t="12516" r="0" b="125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400" y="2133600"/>
            <a:ext cx="4667250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9DF688-3368-4178-964C-20AF9EE6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86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A3D"/>
                </a:solidFill>
              </a:defRPr>
            </a:pPr>
            <a:r>
              <a:rPr sz="1800" b="1">
                <a:solidFill>
                  <a:srgbClr val="071A3D"/>
                </a:solidFill>
              </a:rPr>
              <a:t>KBO 뉴스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0417EE-E200-45DA-AE7B-4D3B1601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434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뉴스 URL 브리핑으로 게시글 소재와 연결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8E8772-7367-4ADF-AB18-2A3D2AD9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KBO Talk / KBO Fan Hub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F635A6-79F3-4876-BED6-8844F1BD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539287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4D8038-3187-45F7-82AD-6F2B58B8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1920"/>
                </a:solidFill>
              </a:defRPr>
            </a:pPr>
            <a:r>
              <a:rPr sz="1125" b="1">
                <a:solidFill>
                  <a:srgbClr val="D71920"/>
                </a:solidFill>
              </a:rPr>
              <a:t>AI AS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06F4C-A30C-451A-B4C7-DD396A1D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A3D"/>
                </a:solidFill>
              </a:defRPr>
            </a:pPr>
            <a:r>
              <a:rPr sz="3150" b="1">
                <a:solidFill>
                  <a:srgbClr val="071A3D"/>
                </a:solidFill>
              </a:rPr>
              <a:t>AI 기능은 기술명이 아니라 행동으로 보이게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7CA60-5992-4338-99E1-79D6DCE1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사용자 화면에서는 AI 용어를 숨기고, 필요한 순간에 도와주는 기능명으로 배치했습니다.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B3B2A-DDA4-4A6B-B348-78FBC705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62A8F-0013-4DD1-A469-DF701B51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A3D"/>
                </a:solidFill>
              </a:defRPr>
            </a:pPr>
            <a:r>
              <a:rPr sz="1350" b="1">
                <a:solidFill>
                  <a:srgbClr val="071A3D"/>
                </a:solidFill>
              </a:rPr>
              <a:t>유사 글 보기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22FB4-B9D1-4172-9725-78E8EC6A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28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71920"/>
                </a:solidFill>
              </a:defRPr>
            </a:pPr>
            <a:r>
              <a:rPr sz="1350" b="1">
                <a:solidFill>
                  <a:srgbClr val="D71920"/>
                </a:solidFill>
              </a:rPr>
              <a:t>RAG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B6B78-E5BF-4613-B8AE-478238E5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28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기존 게시글을 벡터 검색해 비슷한 글 추천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8CC904-25FD-44D5-A287-8611CAF0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3A935-50DA-4071-96AD-AA126F47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A3D"/>
                </a:solidFill>
              </a:defRPr>
            </a:pPr>
            <a:r>
              <a:rPr sz="1350" b="1">
                <a:solidFill>
                  <a:srgbClr val="071A3D"/>
                </a:solidFill>
              </a:rPr>
              <a:t>중복 글 알림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AE913F-2657-4546-93BC-E30894A0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194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71920"/>
                </a:solidFill>
              </a:defRPr>
            </a:pPr>
            <a:r>
              <a:rPr sz="1350" b="1">
                <a:solidFill>
                  <a:srgbClr val="D71920"/>
                </a:solidFill>
              </a:rPr>
              <a:t>RAG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D0B86-1873-4320-88F3-D2C1DA5B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194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글쓰기 중 비슷한 글이 있으면 작성 전 안내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9C8E24-7A76-4F37-B404-AE44EAF0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289A00-FD0C-41EC-8393-3040B22B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A3D"/>
                </a:solidFill>
              </a:defRPr>
            </a:pPr>
            <a:r>
              <a:rPr sz="1350" b="1">
                <a:solidFill>
                  <a:srgbClr val="071A3D"/>
                </a:solidFill>
              </a:rPr>
              <a:t>뉴스/URL 브리핑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74A871-4FC7-4753-83D8-CEF05321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09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71920"/>
                </a:solidFill>
              </a:defRPr>
            </a:pPr>
            <a:r>
              <a:rPr sz="1350" b="1">
                <a:solidFill>
                  <a:srgbClr val="D71920"/>
                </a:solidFill>
              </a:rPr>
              <a:t>MCP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921281-9438-45A7-9DBB-717131A7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099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외부 뉴스 URL을 읽고 게시글용 브리핑 생성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C65182-73F5-4B8D-85E7-01713A02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9F5FE5-B7FD-4952-A7A1-F395C468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A3D"/>
                </a:solidFill>
              </a:defRPr>
            </a:pPr>
            <a:r>
              <a:rPr sz="1350" b="1">
                <a:solidFill>
                  <a:srgbClr val="071A3D"/>
                </a:solidFill>
              </a:rPr>
              <a:t>경기 정보 브리핑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4F1716-9E45-44D1-A00D-16281961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005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71920"/>
                </a:solidFill>
              </a:defRPr>
            </a:pPr>
            <a:r>
              <a:rPr sz="1350" b="1">
                <a:solidFill>
                  <a:srgbClr val="D71920"/>
                </a:solidFill>
              </a:rPr>
              <a:t>MCP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E3BB21-6CDF-431A-8A60-D57D36DC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005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KBO 경기·기록 데이터를 도구처럼 조회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0F2D7C-9FD0-4248-87CE-F93CF0F8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983AC3-85C2-47FC-A1E8-074F875D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A3D"/>
                </a:solidFill>
              </a:defRPr>
            </a:pPr>
            <a:r>
              <a:rPr sz="1350" b="1">
                <a:solidFill>
                  <a:srgbClr val="071A3D"/>
                </a:solidFill>
              </a:rPr>
              <a:t>리뷰 초안 작성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3E9412-9480-4B42-9E7B-5F989230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71920"/>
                </a:solidFill>
              </a:defRPr>
            </a:pPr>
            <a:r>
              <a:rPr sz="1350" b="1">
                <a:solidFill>
                  <a:srgbClr val="D71920"/>
                </a:solidFill>
              </a:rPr>
              <a:t>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C126A1-78FE-469D-B93F-61789C1B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91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경기 메모와 관련 정보를 바탕으로 초안 작성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422419-D3FA-41D3-9C50-6AFBF793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A3D"/>
          </a:solidFill>
          <a:ln xmlns:a="http://schemas.openxmlformats.org/drawingml/2006/main" w="9525">
            <a:solidFill>
              <a:srgbClr val="071A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F83722-BAAA-435E-8A4F-9CDFCAB3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4355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Next.js · PostgreSQL · Prisma · pgvector · OpenAI API · LangChain.js · Android WebView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5DE7C7-1187-424D-AFAD-3EE1900A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KBO Talk / KBO Fan Hub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D0893D-CA06-4D49-9F38-F1F8DBCF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705729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A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C37D43-6034-4822-99DD-495AECCE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5FF"/>
                </a:solidFill>
              </a:defRPr>
            </a:pPr>
            <a:r>
              <a:rPr sz="1125" b="1">
                <a:solidFill>
                  <a:srgbClr val="AFC5FF"/>
                </a:solidFill>
              </a:rPr>
              <a:t>CLOSING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23568-553C-420F-BD37-58F14A70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6096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기획 문서를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실제 사용 가능한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서비스로 연결했습니다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06AC2-AFCE-4E8D-A271-178E0EA9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52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3FF"/>
                </a:solidFill>
              </a:defRPr>
            </a:pPr>
            <a:r>
              <a:rPr sz="1650" b="0">
                <a:solidFill>
                  <a:srgbClr val="D8E3FF"/>
                </a:solidFill>
              </a:rPr>
              <a:t>KBO 앱을 더 자주 쓰게 만들 수 있을까? 경기 정보와 팬 참여를 어떻게 연결할 수 있을까? 이 포트폴리오는 그 질문에 대한 구현 기반 답변입니다.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DDA51-D7D4-46BC-A307-EB642729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38200"/>
            <a:ext cx="4000500" cy="41910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07625-6209-4646-8457-D25340CA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00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A3D"/>
                </a:solidFill>
              </a:defRPr>
            </a:pPr>
            <a:r>
              <a:rPr sz="2250" b="1">
                <a:solidFill>
                  <a:srgbClr val="071A3D"/>
                </a:solidFill>
              </a:rPr>
              <a:t>Submission Links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73CA3-1701-43C4-A7AB-6294144C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097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• Web Demo: jungle-ai-board.vercel.app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B444B-9168-48BE-B447-7D3DF193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288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• Mobile App: /mobile-app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46F8A-A742-461A-BB9E-75A6288B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47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• Case Study: /portfolio/kbo-app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986EA-EB05-44E8-B612-FBBBD631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670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• GitHub: kominsuk1064/jungle-ai-board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B1E66-DFAB-48C5-AE1A-3FCDE856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861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• Android APK Release: v0.1.0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D8DFA4-431D-467F-82F8-93A584A0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0055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Reference-inspired direction: clear case-study flow, strong opening summary, large product visuals, and concise role-fit proof.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2E5E7-15F3-4A9F-9610-EAEB528E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KBO Talk / KBO Fan Hub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38EA6-0B86-4F27-98B1-5E286C62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286554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2026-06-21T12:23:08.7290000Z</dcterms:created>
  <dcterms:modified xsi:type="dcterms:W3CDTF">2026-06-21T12:23:08.7290000Z</dcterms:modified>
</coreProperties>
</file>